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Healthcare Management System</a:t>
            </a:r>
          </a:p>
          <a:p>
            <a:r>
              <a:t>System Architecture &amp; Module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High-Level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097280"/>
            <a:ext cx="5486400" cy="73152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HealHub Core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03120"/>
            <a:ext cx="5486400" cy="731520"/>
          </a:xfrm>
          <a:prstGeom prst="roundRect">
            <a:avLst/>
          </a:prstGeom>
          <a:solidFill>
            <a:srgbClr val="00C8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Patient Module | Doctor Module | Receptionist Module | Admin Module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.0" y="182880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28800" y="3108960"/>
            <a:ext cx="5486400" cy="73152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Central Authentication Service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.0" y="283464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28800" y="4114800"/>
            <a:ext cx="5486400" cy="731520"/>
          </a:xfrm>
          <a:prstGeom prst="roundRect">
            <a:avLst/>
          </a:prstGeom>
          <a:solidFill>
            <a:srgbClr val="FF40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Database Layer (User, Appointment, Records, Facility, Doctor)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.0" y="384048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Patient Module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097280"/>
            <a:ext cx="5486400" cy="731520"/>
          </a:xfrm>
          <a:prstGeom prst="roundRect">
            <a:avLst/>
          </a:prstGeom>
          <a:solidFill>
            <a:srgbClr val="00C8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Patient Login / Register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03120"/>
            <a:ext cx="5486400" cy="73152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Authentication Service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.0" y="182880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28800" y="3108960"/>
            <a:ext cx="5486400" cy="731520"/>
          </a:xfrm>
          <a:prstGeom prst="roundRect">
            <a:avLst/>
          </a:prstGeom>
          <a:solidFill>
            <a:srgbClr val="00C8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Patient Dashboard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.0" y="283464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28800" y="4114800"/>
            <a:ext cx="5486400" cy="73152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Book Appointment → Check Availability → Save to DB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.0" y="384048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5120640"/>
            <a:ext cx="5486400" cy="731520"/>
          </a:xfrm>
          <a:prstGeom prst="roundRect">
            <a:avLst/>
          </a:prstGeom>
          <a:solidFill>
            <a:srgbClr val="FF40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View Queue &amp; Wait Time → Fetch from Appointment Module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.0" y="484632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28800" y="6126479"/>
            <a:ext cx="5486400" cy="73152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View History &amp; Bed Availability → Fetch from Records/Facility DB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.0" y="5852160"/>
            <a:ext cx="0.0" cy="27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Doctor Module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097280"/>
            <a:ext cx="5486400" cy="73152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Doctor Login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03120"/>
            <a:ext cx="5486400" cy="731520"/>
          </a:xfrm>
          <a:prstGeom prst="roundRect">
            <a:avLst/>
          </a:prstGeom>
          <a:solidFill>
            <a:srgbClr val="00C8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Authentication Service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.0" y="182880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28800" y="3108960"/>
            <a:ext cx="5486400" cy="73152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Doctor Dashboard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.0" y="283464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28800" y="4114800"/>
            <a:ext cx="5486400" cy="731520"/>
          </a:xfrm>
          <a:prstGeom prst="roundRect">
            <a:avLst/>
          </a:prstGeom>
          <a:solidFill>
            <a:srgbClr val="FF40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Manage Availability → Update Doctor DB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.0" y="384048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5120640"/>
            <a:ext cx="5486400" cy="73152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View Appointments → Appointment DB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.0" y="484632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28800" y="6126479"/>
            <a:ext cx="5486400" cy="731520"/>
          </a:xfrm>
          <a:prstGeom prst="roundRect">
            <a:avLst/>
          </a:prstGeom>
          <a:solidFill>
            <a:srgbClr val="00C8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Add Notes → Patient Records DB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.0" y="5852160"/>
            <a:ext cx="0.0" cy="27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Receptionist Module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097280"/>
            <a:ext cx="5486400" cy="731520"/>
          </a:xfrm>
          <a:prstGeom prst="roundRect">
            <a:avLst/>
          </a:prstGeom>
          <a:solidFill>
            <a:srgbClr val="FF40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Receptionist Login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03120"/>
            <a:ext cx="5486400" cy="73152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Authentication Service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.0" y="182880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28800" y="3108960"/>
            <a:ext cx="5486400" cy="731520"/>
          </a:xfrm>
          <a:prstGeom prst="roundRect">
            <a:avLst/>
          </a:prstGeom>
          <a:solidFill>
            <a:srgbClr val="FF40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Reception Dashboard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.0" y="283464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28800" y="4114800"/>
            <a:ext cx="5486400" cy="73152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Manage Schedules → Doctor Module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.0" y="384048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5120640"/>
            <a:ext cx="5486400" cy="731520"/>
          </a:xfrm>
          <a:prstGeom prst="roundRect">
            <a:avLst/>
          </a:prstGeom>
          <a:solidFill>
            <a:srgbClr val="00C8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Update Beds &amp; Facilities → Facility DB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.0" y="484632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28800" y="6126479"/>
            <a:ext cx="5486400" cy="73152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Generate Reports → Reporting Module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.0" y="5852160"/>
            <a:ext cx="0.0" cy="27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Admin Module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097280"/>
            <a:ext cx="5486400" cy="73152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Admin Login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03120"/>
            <a:ext cx="5486400" cy="731520"/>
          </a:xfrm>
          <a:prstGeom prst="roundRect">
            <a:avLst/>
          </a:prstGeom>
          <a:solidFill>
            <a:srgbClr val="00C8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Authentication Service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.0" y="182880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28800" y="3108960"/>
            <a:ext cx="5486400" cy="73152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Admin Dashboard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.0" y="283464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28800" y="4114800"/>
            <a:ext cx="5486400" cy="731520"/>
          </a:xfrm>
          <a:prstGeom prst="roundRect">
            <a:avLst/>
          </a:prstGeom>
          <a:solidFill>
            <a:srgbClr val="FF40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Manage Doctors &amp; Users (CRUD)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.0" y="384048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5120640"/>
            <a:ext cx="5486400" cy="731520"/>
          </a:xfrm>
          <a:prstGeom prst="roundRect">
            <a:avLst/>
          </a:prstGeom>
          <a:solidFill>
            <a:srgbClr val="2196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View Analytics &amp; Reports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.0" y="4846320"/>
            <a:ext cx="0.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28800" y="6126479"/>
            <a:ext cx="5486400" cy="731520"/>
          </a:xfrm>
          <a:prstGeom prst="roundRect">
            <a:avLst/>
          </a:prstGeom>
          <a:solidFill>
            <a:srgbClr val="00C8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System Configuration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.0" y="5852160"/>
            <a:ext cx="0.0" cy="274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
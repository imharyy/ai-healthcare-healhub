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HealHub System Architecture &amp; Module 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Smart Healthcare Management System</a:t>
            </a:r>
          </a:p>
          <a:p>
            <a:r>
              <a:rPr lang="en-US" b="1" dirty="0"/>
              <a:t>"Skip the wait. See the care"</a:t>
            </a:r>
            <a:endParaRPr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HealHub Core System</a:t>
            </a:r>
          </a:p>
          <a:p>
            <a:pPr lvl="1"/>
            <a:r>
              <a:t>Patient Module</a:t>
            </a:r>
          </a:p>
          <a:p>
            <a:pPr lvl="1"/>
            <a:r>
              <a:t>Doctor Module</a:t>
            </a:r>
          </a:p>
          <a:p>
            <a:pPr lvl="1"/>
            <a:r>
              <a:t>Receptionist Module</a:t>
            </a:r>
          </a:p>
          <a:p>
            <a:pPr lvl="1"/>
            <a:r>
              <a:t>Admin Module</a:t>
            </a:r>
          </a:p>
          <a:p>
            <a:pPr lvl="1"/>
            <a:r>
              <a:t>Central Database Layer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Module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 modules connect to Authentication Service</a:t>
            </a:r>
          </a:p>
          <a:p>
            <a:pPr lvl="1"/>
            <a:r>
              <a:t>Appointment Management Module connects Patient &amp; Doctor</a:t>
            </a:r>
          </a:p>
          <a:p>
            <a:pPr lvl="1"/>
            <a:r>
              <a:t>Patient Records Module connects Doctor &amp; Patient</a:t>
            </a:r>
          </a:p>
          <a:p>
            <a:pPr lvl="1"/>
            <a:r>
              <a:t>Facility Module connects Receptionist &amp; Patient</a:t>
            </a:r>
          </a:p>
          <a:p>
            <a:pPr lvl="1"/>
            <a:r>
              <a:t>Admin monitors all modules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Module -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Register / Login</a:t>
            </a:r>
          </a:p>
          <a:p>
            <a:pPr lvl="1"/>
            <a:r>
              <a:t>Book Appointment</a:t>
            </a:r>
          </a:p>
          <a:p>
            <a:pPr lvl="1"/>
            <a:r>
              <a:t>Check Doctor Availability</a:t>
            </a:r>
          </a:p>
          <a:p>
            <a:pPr lvl="1"/>
            <a:r>
              <a:t>View Queue Status</a:t>
            </a:r>
          </a:p>
          <a:p>
            <a:pPr lvl="1"/>
            <a:r>
              <a:t>Estimated Waiting Time</a:t>
            </a:r>
          </a:p>
          <a:p>
            <a:pPr lvl="1"/>
            <a:r>
              <a:t>View Patient History</a:t>
            </a:r>
          </a:p>
          <a:p>
            <a:pPr lvl="1"/>
            <a:r>
              <a:t>Check Bed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 Module -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/ Authentication</a:t>
            </a:r>
          </a:p>
          <a:p>
            <a:pPr lvl="1"/>
            <a:r>
              <a:t>Manage Availability</a:t>
            </a:r>
          </a:p>
          <a:p>
            <a:pPr lvl="1"/>
            <a:r>
              <a:t>View Today’s Appointments</a:t>
            </a:r>
          </a:p>
          <a:p>
            <a:pPr lvl="1"/>
            <a:r>
              <a:t>Update Appointment Status</a:t>
            </a:r>
          </a:p>
          <a:p>
            <a:pPr lvl="1"/>
            <a:r>
              <a:t>Access Patient History</a:t>
            </a:r>
          </a:p>
          <a:p>
            <a:pPr lvl="1"/>
            <a:r>
              <a:t>Add Prescription / Notes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Receptionist Module -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/ Authentication</a:t>
            </a:r>
          </a:p>
          <a:p>
            <a:pPr lvl="1"/>
            <a:r>
              <a:t>Manage Doctor Schedules</a:t>
            </a:r>
          </a:p>
          <a:p>
            <a:pPr lvl="1"/>
            <a:r>
              <a:t>Update Bed Availability</a:t>
            </a:r>
          </a:p>
          <a:p>
            <a:pPr lvl="1"/>
            <a:r>
              <a:t>Update Facilities Information</a:t>
            </a:r>
          </a:p>
          <a:p>
            <a:pPr lvl="1"/>
            <a:r>
              <a:t>Handle Walk-in Appointments</a:t>
            </a:r>
          </a:p>
          <a:p>
            <a:pPr lvl="1"/>
            <a:r>
              <a:t>Generate Daily Reports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Module -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Manage Doctors (CRUD)</a:t>
            </a:r>
          </a:p>
          <a:p>
            <a:pPr lvl="1"/>
            <a:r>
              <a:t>Manage Users</a:t>
            </a:r>
          </a:p>
          <a:p>
            <a:pPr lvl="1"/>
            <a:r>
              <a:t>View Reports</a:t>
            </a:r>
          </a:p>
          <a:p>
            <a:pPr lvl="1"/>
            <a:r>
              <a:t>Analytics Dashboard</a:t>
            </a:r>
          </a:p>
          <a:p>
            <a:pPr lvl="1"/>
            <a:r>
              <a:t>System Configuration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Flow - Patient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Authentication → Dashboard</a:t>
            </a:r>
          </a:p>
          <a:p>
            <a:pPr lvl="1"/>
            <a:r>
              <a:t>Book Appointment → Check Availability → Save to DB</a:t>
            </a:r>
          </a:p>
          <a:p>
            <a:pPr lvl="1"/>
            <a:r>
              <a:t>View Queue → Fetch from Appointment Module</a:t>
            </a:r>
          </a:p>
          <a:p>
            <a:pPr lvl="1"/>
            <a:r>
              <a:t>View History → Fetch from Records DB</a:t>
            </a:r>
          </a:p>
          <a:p>
            <a:pPr lvl="1"/>
            <a:r>
              <a:t>Check Bed → Fetch from Facility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Internal Flow - Doctor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Authentication → Dashboard</a:t>
            </a:r>
          </a:p>
          <a:p>
            <a:pPr lvl="1"/>
            <a:r>
              <a:t>Update Availability → Doctor DB</a:t>
            </a:r>
          </a:p>
          <a:p>
            <a:pPr lvl="1"/>
            <a:r>
              <a:t>View Appointments → Appointment DB</a:t>
            </a:r>
          </a:p>
          <a:p>
            <a:pPr lvl="1"/>
            <a:r>
              <a:t>Update Status → Appointment DB</a:t>
            </a:r>
          </a:p>
          <a:p>
            <a:pPr lvl="1"/>
            <a:r>
              <a:t>Add Notes → Patient Records DB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Internal Flow - Receptionist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Login → Authentication → Dashboard</a:t>
            </a:r>
          </a:p>
          <a:p>
            <a:pPr lvl="1"/>
            <a:r>
              <a:t>Update Schedules → Doctor Module</a:t>
            </a:r>
          </a:p>
          <a:p>
            <a:pPr lvl="1"/>
            <a:r>
              <a:t>Update Beds → Facility DB</a:t>
            </a:r>
          </a:p>
          <a:p>
            <a:pPr lvl="1"/>
            <a:r>
              <a:t>Update Facilities → Facility DB</a:t>
            </a:r>
          </a:p>
          <a:p>
            <a:pPr lvl="1"/>
            <a:r>
              <a:t>Generate Reports → Reporting Module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 Module Interactions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Patient ↔ Doctor (Availability &amp; Appointments)</a:t>
            </a:r>
          </a:p>
          <a:p>
            <a:pPr lvl="1"/>
            <a:r>
              <a:t>Doctor ↔ Patient Records (Medical Updates)</a:t>
            </a:r>
          </a:p>
          <a:p>
            <a:pPr lvl="1"/>
            <a:r>
              <a:t>Receptionist ↔ Facility Module (Beds &amp; Facilities)</a:t>
            </a:r>
          </a:p>
          <a:p>
            <a:pPr lvl="1"/>
            <a:r>
              <a:t>Admin ↔ All Modules (Monitoring &amp; Control)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Database</a:t>
            </a:r>
          </a:p>
          <a:p>
            <a:pPr lvl="1"/>
            <a:r>
              <a:t>Appointment Database</a:t>
            </a:r>
          </a:p>
          <a:p>
            <a:pPr lvl="1"/>
            <a:r>
              <a:t>Patient Records Database</a:t>
            </a:r>
          </a:p>
          <a:p>
            <a:pPr lvl="1"/>
            <a:r>
              <a:t>Doctor Database</a:t>
            </a:r>
          </a:p>
          <a:p>
            <a:pPr lvl="1"/>
            <a:r>
              <a:t>Facility Database</a:t>
            </a:r>
          </a:p>
          <a:p>
            <a:pPr lvl="1"/>
            <a:r>
              <a:t>Reporting &amp; Analytics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308</Words>
  <Application>Microsoft Office PowerPoint</Application>
  <PresentationFormat>On-screen Show (4:3)</PresentationFormat>
  <Paragraphs>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HealHub System Architecture &amp; Module Flow</vt:lpstr>
      <vt:lpstr>System Overview</vt:lpstr>
      <vt:lpstr>High-Level Module Connectivity</vt:lpstr>
      <vt:lpstr>Patient Module - Components</vt:lpstr>
      <vt:lpstr>Doctor Module - Components</vt:lpstr>
      <vt:lpstr>Receptionist Module - Components</vt:lpstr>
      <vt:lpstr>Admin Module - Components</vt:lpstr>
      <vt:lpstr>Internal Flow - Patient Module</vt:lpstr>
      <vt:lpstr>Internal Flow - Doctor Module</vt:lpstr>
      <vt:lpstr>Internal Flow - Receptionist Module</vt:lpstr>
      <vt:lpstr>Cross Module Interactions</vt:lpstr>
      <vt:lpstr>Database Layer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 patidar</cp:lastModifiedBy>
  <cp:revision>2</cp:revision>
  <dcterms:created xsi:type="dcterms:W3CDTF">2013-01-27T09:14:16Z</dcterms:created>
  <dcterms:modified xsi:type="dcterms:W3CDTF">2026-02-09T08:37:12Z</dcterms:modified>
  <cp:category/>
</cp:coreProperties>
</file>
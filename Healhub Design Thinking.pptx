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79" r:id="rId2"/>
    <p:sldId id="26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017A3-D406-408F-9CB6-B09E3778C95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49855-238A-44BC-A885-51862D9DA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68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45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31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72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42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70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47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09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9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348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28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977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429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231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467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6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BF377E-36B3-4C2E-9967-CD6407BF1C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39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blem statement canvas for startups and innovation teams | DE Toolbox">
            <a:extLst>
              <a:ext uri="{FF2B5EF4-FFF2-40B4-BE49-F238E27FC236}">
                <a16:creationId xmlns:a16="http://schemas.microsoft.com/office/drawing/2014/main" id="{2DBCC1BC-0977-526A-D27B-4E7DB5D98F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0" b="-2"/>
          <a:stretch/>
        </p:blipFill>
        <p:spPr bwMode="auto">
          <a:xfrm>
            <a:off x="486138" y="488137"/>
            <a:ext cx="1122744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194D49-482C-5249-3039-2201A83E22E8}"/>
              </a:ext>
            </a:extLst>
          </p:cNvPr>
          <p:cNvSpPr txBox="1"/>
          <p:nvPr/>
        </p:nvSpPr>
        <p:spPr>
          <a:xfrm>
            <a:off x="668868" y="1320801"/>
            <a:ext cx="3606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No prior appointments</a:t>
            </a:r>
          </a:p>
          <a:p>
            <a:pPr lvl="0"/>
            <a:r>
              <a:rPr lang="en-IN" sz="1400" dirty="0"/>
              <a:t>During peak OPD hours </a:t>
            </a:r>
          </a:p>
          <a:p>
            <a:pPr lvl="0"/>
            <a:r>
              <a:rPr lang="en-IN" sz="1400" dirty="0"/>
              <a:t>doctors are delayed due to emergencies</a:t>
            </a:r>
          </a:p>
          <a:p>
            <a:pPr lvl="0"/>
            <a:r>
              <a:rPr lang="en-IN" sz="1400" dirty="0"/>
              <a:t>hospitals not provide real-time queue updates</a:t>
            </a:r>
          </a:p>
          <a:p>
            <a:pPr lvl="0"/>
            <a:r>
              <a:rPr lang="en-IN" sz="1400" dirty="0"/>
              <a:t>During emergency situations when nearest hospital info is unclear</a:t>
            </a:r>
          </a:p>
          <a:p>
            <a:pPr lvl="0"/>
            <a:r>
              <a:rPr lang="en-IN" sz="1400" dirty="0"/>
              <a:t>To get lab reports or prescriptions but must revisit physically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5ABD-4DDD-A86A-CE12-F6777DE5B82C}"/>
              </a:ext>
            </a:extLst>
          </p:cNvPr>
          <p:cNvSpPr txBox="1"/>
          <p:nvPr/>
        </p:nvSpPr>
        <p:spPr>
          <a:xfrm>
            <a:off x="4529667" y="1320801"/>
            <a:ext cx="3683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Manual appointment and token systems</a:t>
            </a:r>
          </a:p>
          <a:p>
            <a:pPr lvl="0"/>
            <a:r>
              <a:rPr lang="en-IN" sz="1400" dirty="0"/>
              <a:t>No real-time communication between patients and hospital</a:t>
            </a:r>
          </a:p>
          <a:p>
            <a:pPr lvl="0"/>
            <a:r>
              <a:rPr lang="en-IN" sz="1400" dirty="0"/>
              <a:t>Lack of digital queue tracking</a:t>
            </a:r>
          </a:p>
          <a:p>
            <a:pPr lvl="0"/>
            <a:r>
              <a:rPr lang="en-IN" sz="1400" dirty="0"/>
              <a:t>Poor coordination between departments (clinic, hospital, pathology)</a:t>
            </a:r>
          </a:p>
          <a:p>
            <a:pPr lvl="0"/>
            <a:r>
              <a:rPr lang="en-IN" sz="1400" dirty="0"/>
              <a:t>No centralized medical record system</a:t>
            </a:r>
          </a:p>
          <a:p>
            <a:pPr lvl="0"/>
            <a:r>
              <a:rPr lang="en-IN" sz="1400" dirty="0"/>
              <a:t>Inefficient bed and facility management</a:t>
            </a:r>
          </a:p>
          <a:p>
            <a:r>
              <a:rPr lang="en-IN" sz="1400" dirty="0"/>
              <a:t>Limited transparency in waiting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86548-F25F-529F-DEE8-06C5347207C7}"/>
              </a:ext>
            </a:extLst>
          </p:cNvPr>
          <p:cNvSpPr txBox="1"/>
          <p:nvPr/>
        </p:nvSpPr>
        <p:spPr>
          <a:xfrm>
            <a:off x="8449733" y="1320801"/>
            <a:ext cx="3217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Physically visit hospital early to get token</a:t>
            </a:r>
          </a:p>
          <a:p>
            <a:pPr lvl="0"/>
            <a:r>
              <a:rPr lang="en-IN" sz="1400" dirty="0"/>
              <a:t>Call hospital reception to check availability</a:t>
            </a:r>
          </a:p>
          <a:p>
            <a:pPr lvl="0"/>
            <a:r>
              <a:rPr lang="en-IN" sz="1400" dirty="0"/>
              <a:t>Wait in long queues</a:t>
            </a:r>
          </a:p>
          <a:p>
            <a:pPr lvl="0"/>
            <a:r>
              <a:rPr lang="en-IN" sz="1400" dirty="0"/>
              <a:t>Use WhatsApp/phone calls for appointments</a:t>
            </a:r>
          </a:p>
          <a:p>
            <a:pPr lvl="0"/>
            <a:r>
              <a:rPr lang="en-IN" sz="1400" dirty="0"/>
              <a:t>Visit multiple hospitals manually during emergencies</a:t>
            </a:r>
          </a:p>
          <a:p>
            <a:pPr lvl="0"/>
            <a:r>
              <a:rPr lang="en-IN" sz="1400" dirty="0"/>
              <a:t>Carry physical medical reports</a:t>
            </a:r>
          </a:p>
          <a:p>
            <a:pPr lvl="0"/>
            <a:r>
              <a:rPr lang="en-IN" sz="1400" dirty="0"/>
              <a:t>Ask staff repeatedly for updates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39B50-19D8-7425-274C-71F9918C58E3}"/>
              </a:ext>
            </a:extLst>
          </p:cNvPr>
          <p:cNvSpPr txBox="1"/>
          <p:nvPr/>
        </p:nvSpPr>
        <p:spPr>
          <a:xfrm>
            <a:off x="668868" y="4199467"/>
            <a:ext cx="36068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Regular OPD patients</a:t>
            </a:r>
          </a:p>
          <a:p>
            <a:pPr lvl="0"/>
            <a:r>
              <a:rPr lang="en-IN" sz="1400" dirty="0"/>
              <a:t>Elderly patients</a:t>
            </a:r>
          </a:p>
          <a:p>
            <a:pPr lvl="0"/>
            <a:r>
              <a:rPr lang="en-IN" sz="1400" dirty="0"/>
              <a:t>Working professionals with limited time</a:t>
            </a:r>
          </a:p>
          <a:p>
            <a:pPr lvl="0"/>
            <a:r>
              <a:rPr lang="en-IN" sz="1400" dirty="0"/>
              <a:t>Chronic disease patients (diabetes, BP, etc.)</a:t>
            </a:r>
          </a:p>
          <a:p>
            <a:pPr lvl="0"/>
            <a:r>
              <a:rPr lang="en-IN" sz="1400" dirty="0"/>
              <a:t>Emergency patients</a:t>
            </a:r>
          </a:p>
          <a:p>
            <a:pPr lvl="0"/>
            <a:r>
              <a:rPr lang="en-IN" sz="1400" dirty="0"/>
              <a:t>Hospital staff managing manual records</a:t>
            </a:r>
          </a:p>
          <a:p>
            <a:pPr lvl="0"/>
            <a:r>
              <a:rPr lang="en-IN" sz="1400" dirty="0"/>
              <a:t>Doctors facing overcrowded schedules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BB770-F98D-1F60-9BD7-216FCF82CD64}"/>
              </a:ext>
            </a:extLst>
          </p:cNvPr>
          <p:cNvSpPr txBox="1"/>
          <p:nvPr/>
        </p:nvSpPr>
        <p:spPr>
          <a:xfrm>
            <a:off x="4529667" y="3953933"/>
            <a:ext cx="368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Frustrated due to long waiting, Anxious about health condition, Confused about queue position, Doctors feel overburdened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B802D-A15D-059C-6220-2A5C80ED879D}"/>
              </a:ext>
            </a:extLst>
          </p:cNvPr>
          <p:cNvSpPr txBox="1"/>
          <p:nvPr/>
        </p:nvSpPr>
        <p:spPr>
          <a:xfrm>
            <a:off x="4529667" y="5359400"/>
            <a:ext cx="377613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30–60 minutes average waiting time per patient</a:t>
            </a:r>
          </a:p>
          <a:p>
            <a:pPr lvl="0"/>
            <a:r>
              <a:rPr lang="en-IN" sz="1400" dirty="0"/>
              <a:t>20–40% time wasted in queue management</a:t>
            </a:r>
          </a:p>
          <a:p>
            <a:pPr lvl="0"/>
            <a:r>
              <a:rPr lang="en-IN" sz="1400" dirty="0"/>
              <a:t>25% patient dissatisfaction rate in busy hospitals</a:t>
            </a:r>
          </a:p>
          <a:p>
            <a:pPr lvl="0"/>
            <a:r>
              <a:rPr lang="en-IN" sz="1400" dirty="0"/>
              <a:t>Increased hospital operational inefficiency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0ACC1-A6B4-1B5D-0D63-19BC392F9D1F}"/>
              </a:ext>
            </a:extLst>
          </p:cNvPr>
          <p:cNvSpPr txBox="1"/>
          <p:nvPr/>
        </p:nvSpPr>
        <p:spPr>
          <a:xfrm>
            <a:off x="8449733" y="4199467"/>
            <a:ext cx="321733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Phone booking is unreliable</a:t>
            </a:r>
          </a:p>
          <a:p>
            <a:pPr lvl="0"/>
            <a:r>
              <a:rPr lang="en-IN" sz="1400" dirty="0"/>
              <a:t>No real-time updates</a:t>
            </a:r>
          </a:p>
          <a:p>
            <a:pPr lvl="0"/>
            <a:r>
              <a:rPr lang="en-IN" sz="1400" dirty="0"/>
              <a:t>Manual records can be lost</a:t>
            </a:r>
          </a:p>
          <a:p>
            <a:pPr lvl="0"/>
            <a:r>
              <a:rPr lang="en-IN" sz="1400" dirty="0"/>
              <a:t>Physical visits waste time</a:t>
            </a:r>
          </a:p>
          <a:p>
            <a:pPr lvl="0"/>
            <a:r>
              <a:rPr lang="en-IN" sz="1400" dirty="0"/>
              <a:t>No emergency coordination</a:t>
            </a:r>
          </a:p>
          <a:p>
            <a:pPr lvl="0"/>
            <a:r>
              <a:rPr lang="en-IN" sz="1400" dirty="0"/>
              <a:t>Lack of integrated system</a:t>
            </a:r>
          </a:p>
          <a:p>
            <a:pPr lvl="0"/>
            <a:r>
              <a:rPr lang="en-IN" sz="1400" dirty="0"/>
              <a:t>Poor data tracking and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10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How might we help patients and healthcare providers by providing a smart digital healthcare management platform so they can reduce waiting time, improve transparency, optimize hospital resources, and enhance overall healthcare experience?</a:t>
            </a:r>
            <a:endParaRPr lang="en-IN" dirty="0"/>
          </a:p>
          <a:p>
            <a:r>
              <a:rPr lang="en-IN" dirty="0"/>
              <a:t>Example</a:t>
            </a:r>
          </a:p>
          <a:p>
            <a:r>
              <a:rPr lang="en-IN" dirty="0"/>
              <a:t>How might we –</a:t>
            </a:r>
            <a:r>
              <a:rPr lang="en-IN" b="1" dirty="0"/>
              <a:t>help mess operators-</a:t>
            </a:r>
            <a:r>
              <a:rPr lang="en-IN" dirty="0"/>
              <a:t>-(Help/ Create)-</a:t>
            </a:r>
            <a:r>
              <a:rPr lang="en-IN" b="1" dirty="0"/>
              <a:t>by providing an app facility to fill communication gap between them and students and which also display week-wise menu</a:t>
            </a:r>
            <a:r>
              <a:rPr lang="en-IN" dirty="0"/>
              <a:t>-(Provide a service / project)  so they can –</a:t>
            </a:r>
            <a:r>
              <a:rPr lang="en-IN" b="1" dirty="0"/>
              <a:t>achieve zero waste and bring efficiency in their services-</a:t>
            </a:r>
            <a:r>
              <a:rPr lang="en-IN" dirty="0"/>
              <a:t>(Value/ benefit)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679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3411</TotalTime>
  <Words>319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Garamond</vt:lpstr>
      <vt:lpstr>Organic</vt:lpstr>
      <vt:lpstr>PowerPoint Presentation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and Opportunity</dc:title>
  <dc:creator>Windows User</dc:creator>
  <cp:lastModifiedBy>harshit patidar</cp:lastModifiedBy>
  <cp:revision>44</cp:revision>
  <dcterms:created xsi:type="dcterms:W3CDTF">2020-07-30T08:14:38Z</dcterms:created>
  <dcterms:modified xsi:type="dcterms:W3CDTF">2026-02-19T09:55:59Z</dcterms:modified>
</cp:coreProperties>
</file>